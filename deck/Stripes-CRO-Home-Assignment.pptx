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HOME ASSIGNMENT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Product &amp; CRO Manager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54096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Assignment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93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thinking, CRO strategy and launch execution for Stripes Beauty.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16168" y="4114800"/>
            <a:ext cx="365760" cy="0"/>
          </a:xfrm>
          <a:prstGeom prst="line">
            <a:avLst/>
          </a:prstGeom>
          <a:noFill/>
          <a:ln w="19050">
            <a:solidFill>
              <a:srgbClr val="DC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708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464515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Yoav Gersi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GROWTH 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3502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 - from understanding the market to launching the hero product, optimizing the funnel, and scaling the work with 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241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8745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Competitive Landscape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Stripes competes with, and how brands in the category acquire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3609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609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Product Launch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angle, campaign landing page, funnel and KPIs for The Inside Addition.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8745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745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Optimization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A/B experiments I'd prioritize on stripesbeauty.us.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3609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609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Approach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AI capability I'd build to help the growth team decide what to build next.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market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thinking about growth opportunities, I wanted to understand who Stripes competes with, who it's built for, and how brands in this space acquire customers.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OVERVIEW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Stripes really competing with?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CATEGORY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24128" y="23591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Health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24128" y="2761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C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Menopause Wellness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24128" y="36576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isn't built around solving one symptom. It's built around 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women throughout menopause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92240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peri- or post-menopause looking for: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10528" y="31729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4" name="Text 12"/>
          <p:cNvSpPr/>
          <p:nvPr/>
        </p:nvSpPr>
        <p:spPr>
          <a:xfrm>
            <a:off x="6729984" y="31089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wellness support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10528" y="36301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6" name="Text 14"/>
          <p:cNvSpPr/>
          <p:nvPr/>
        </p:nvSpPr>
        <p:spPr>
          <a:xfrm>
            <a:off x="6729984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Non-hormonal solutions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10528" y="40873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8" name="Text 16"/>
          <p:cNvSpPr/>
          <p:nvPr/>
        </p:nvSpPr>
        <p:spPr>
          <a:xfrm>
            <a:off x="6729984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that fit naturally into their routine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5074920"/>
            <a:ext cx="10725912" cy="841248"/>
          </a:xfrm>
          <a:prstGeom prst="roundRect">
            <a:avLst>
              <a:gd name="adj" fmla="val 141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4128" y="507492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14600" y="5074920"/>
            <a:ext cx="8577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became the framework I used to decide which brands belonged in the competitive analysis.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selected competitors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customer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menopause.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922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job to be done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women manage menopause-related symptoms.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52928"/>
            <a:ext cx="10725912" cy="658368"/>
          </a:xfrm>
          <a:prstGeom prst="roundRect">
            <a:avLst>
              <a:gd name="adj" fmla="val 15278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7552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2852928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brand met both conditions, it was included.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39684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9684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058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competitors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 focused primarily on menopause wellness.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39684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39684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competitors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wellness brands competing for the same customer.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STOOD 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found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72768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19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brands weren't always the closest competitors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43230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high-traffic brands came from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wellness categories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rather than menopause-focused brands.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9264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9264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acquisition looks very different across brands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392277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rely heavily on Search. Others invest more in Display or Social.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a single winning channel.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553712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9264" y="4700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9264" y="49194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direct competitors don't follow the same playbook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9264" y="5413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invest aggressively in paid acquisition. Others appear to rely much more on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growth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572768"/>
            <a:ext cx="6748272" cy="4434840"/>
          </a:xfrm>
          <a:prstGeom prst="roundRect">
            <a:avLst>
              <a:gd name="adj" fmla="val 226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65192" y="178308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· PAID ACQUISITION BY BRAND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965192" y="22128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06640" y="2212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22128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24128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CHANNEL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965192" y="2450592"/>
            <a:ext cx="6236208" cy="0"/>
          </a:xfrm>
          <a:prstGeom prst="line">
            <a:avLst/>
          </a:prstGeom>
          <a:noFill/>
          <a:ln w="12700">
            <a:solidFill>
              <a:srgbClr val="E7E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2542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Positiv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58775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58775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40664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2480" y="26426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0" y="2642616"/>
            <a:ext cx="685800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946404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542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65192" y="28895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295351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95351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406640" y="29077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30083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38" name="Shape 36"/>
          <p:cNvSpPr/>
          <p:nvPr/>
        </p:nvSpPr>
        <p:spPr>
          <a:xfrm>
            <a:off x="8412480" y="3008376"/>
            <a:ext cx="237744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9464040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241280" y="29077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965192" y="32552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65192" y="32735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Mammoth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927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44" name="Text 42"/>
          <p:cNvSpPr/>
          <p:nvPr/>
        </p:nvSpPr>
        <p:spPr>
          <a:xfrm>
            <a:off x="6309360" y="331927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406640" y="32735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412480" y="33741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412480" y="3374136"/>
            <a:ext cx="484632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48" name="Text 46"/>
          <p:cNvSpPr/>
          <p:nvPr/>
        </p:nvSpPr>
        <p:spPr>
          <a:xfrm>
            <a:off x="9464040" y="32735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241280" y="32735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65192" y="362102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65192" y="3639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09360" y="368503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53" name="Text 51"/>
          <p:cNvSpPr/>
          <p:nvPr/>
        </p:nvSpPr>
        <p:spPr>
          <a:xfrm>
            <a:off x="6309360" y="368503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406640" y="3639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1.7M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412480" y="373989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12480" y="3739896"/>
            <a:ext cx="356616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9464040" y="36393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24128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65192" y="398678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5192" y="4005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Bonafide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309360" y="40507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62" name="Text 60"/>
          <p:cNvSpPr/>
          <p:nvPr/>
        </p:nvSpPr>
        <p:spPr>
          <a:xfrm>
            <a:off x="6309360" y="4050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40664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412480" y="410565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65" name="Shape 63"/>
          <p:cNvSpPr/>
          <p:nvPr/>
        </p:nvSpPr>
        <p:spPr>
          <a:xfrm>
            <a:off x="8412480" y="4105656"/>
            <a:ext cx="3840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66" name="Text 64"/>
          <p:cNvSpPr/>
          <p:nvPr/>
        </p:nvSpPr>
        <p:spPr>
          <a:xfrm>
            <a:off x="946404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0241280" y="4005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965192" y="435254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65192" y="43708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Estroven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09360" y="441655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71" name="Text 69"/>
          <p:cNvSpPr/>
          <p:nvPr/>
        </p:nvSpPr>
        <p:spPr>
          <a:xfrm>
            <a:off x="6309360" y="441655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406640" y="43708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253K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412480" y="44714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74" name="Shape 72"/>
          <p:cNvSpPr/>
          <p:nvPr/>
        </p:nvSpPr>
        <p:spPr>
          <a:xfrm>
            <a:off x="8412480" y="4471416"/>
            <a:ext cx="539496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75" name="Text 73"/>
          <p:cNvSpPr/>
          <p:nvPr/>
        </p:nvSpPr>
        <p:spPr>
          <a:xfrm>
            <a:off x="9464040" y="43708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241280" y="43708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965192" y="47183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65192" y="47365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Kindra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09360" y="4782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0" name="Text 78"/>
          <p:cNvSpPr/>
          <p:nvPr/>
        </p:nvSpPr>
        <p:spPr>
          <a:xfrm>
            <a:off x="6309360" y="478231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7406640" y="47365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412480" y="48371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83" name="Shape 81"/>
          <p:cNvSpPr/>
          <p:nvPr/>
        </p:nvSpPr>
        <p:spPr>
          <a:xfrm>
            <a:off x="8412480" y="4837176"/>
            <a:ext cx="45720" cy="91440"/>
          </a:xfrm>
          <a:prstGeom prst="roundRect">
            <a:avLst>
              <a:gd name="adj" fmla="val 100000"/>
            </a:avLst>
          </a:prstGeom>
          <a:solidFill>
            <a:srgbClr val="3E63DD"/>
          </a:solidFill>
          <a:ln/>
        </p:spPr>
      </p:sp>
      <p:sp>
        <p:nvSpPr>
          <p:cNvPr id="84" name="Text 82"/>
          <p:cNvSpPr/>
          <p:nvPr/>
        </p:nvSpPr>
        <p:spPr>
          <a:xfrm>
            <a:off x="9464040" y="4736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10241280" y="47365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965192" y="50840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65192" y="5102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Womaness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309360" y="514807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9" name="Text 87"/>
          <p:cNvSpPr/>
          <p:nvPr/>
        </p:nvSpPr>
        <p:spPr>
          <a:xfrm>
            <a:off x="6309360" y="51480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406640" y="51023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412480" y="52029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92" name="Shape 90"/>
          <p:cNvSpPr/>
          <p:nvPr/>
        </p:nvSpPr>
        <p:spPr>
          <a:xfrm>
            <a:off x="8412480" y="5202936"/>
            <a:ext cx="1554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93" name="Text 91"/>
          <p:cNvSpPr/>
          <p:nvPr/>
        </p:nvSpPr>
        <p:spPr>
          <a:xfrm>
            <a:off x="9464040" y="51023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10241280" y="5102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4965192" y="5650992"/>
            <a:ext cx="6236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 = paid search + social + display, as % of traffic. Similarweb + Semrush, Apr–Jun 2026 · estimates, directional.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from the research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fit matters more than category fit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competitors aren't always menopause brands. They're the brands solving similar problems for the same customer.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one winning acquisition strategy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brands grow through different channel mixes. There isn't a formula to copy.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already has a clear positioning advantage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brands focus on individual symptoms. Stripes can build acquisition around supporting the entire menopause journey.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7091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I'D FOCUS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8485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copying competitors, I'd build a growth strategy around Stripes' strongest differentiator: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the full menopause journey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the hero product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I'd bring The Inside Addition to market - the creative angle, the campaign landing page, the funnel, and how I'd measure success.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LAUNCH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angle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daily addition. 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like yourself again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being just another menopause supplement, The Inside Addition becomes a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daily habit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naturally fits into a woman's routine and supports her from the inside out.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691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ANGLE?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74920" y="20116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32120" y="19933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on the product name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532120" y="2286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Inside Addition" becomes part of the story, not just the label.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74920" y="267004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the brand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532120" y="294436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and supportive, not clinical or fear-based.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33284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32120" y="33101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product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553212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menopause symptom support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9536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Hormone-free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571500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daily function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9536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5" name="Text 23"/>
          <p:cNvSpPr/>
          <p:nvPr/>
        </p:nvSpPr>
        <p:spPr>
          <a:xfrm>
            <a:off x="8778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Eases stress, brain fog &amp; hot flashes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0" y="43708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4370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525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Stands apart from competitors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532120" y="464515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menopause brands focus on a single symptom. The Inside Addition becomes everyday support through every stage of menopause.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31520" y="5440680"/>
            <a:ext cx="10725912" cy="0"/>
          </a:xfrm>
          <a:prstGeom prst="line">
            <a:avLst/>
          </a:prstGeom>
          <a:noFill/>
          <a:ln w="12700">
            <a:solidFill>
              <a:srgbClr val="EDF0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ON THE EXISTING BRAND MESSAGE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0" y="55961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yourself love from the inside, out."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3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4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5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FUNNEL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FUNNEL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→ Product Detail Page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05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SOURCE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 (Meta)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10725912" cy="2834640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4015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EF1FE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41148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high-impact opportunities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micro-optimizations.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05840" y="46817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46634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relatively limited traffic, prioritize experiments that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learning while targeting meaningful business impact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05840" y="5248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8760" y="523036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hypotheses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validate them through A/B testing.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2-ex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3-ex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4-ex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Growth Teams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could build one AI capability for ZyG's growth team, this is where I'd start.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changed the bottleneck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5740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ALREADY HELPS TEAMS CREATE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24128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51176" y="239572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3957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creatives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1064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variations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2852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variants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assets is becoming easier than ever. The harder question is deciding what to 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5239512" cy="2788920"/>
          </a:xfrm>
          <a:prstGeom prst="roundRect">
            <a:avLst>
              <a:gd name="adj" fmla="val 4262"/>
            </a:avLst>
          </a:prstGeom>
          <a:solidFill>
            <a:srgbClr val="EEF1FE"/>
          </a:solidFill>
          <a:ln w="12700">
            <a:solidFill>
              <a:srgbClr val="DCE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 we build this?"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2606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3796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should we build next?"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53796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where product teams still spend most of their time.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" y="4846320"/>
            <a:ext cx="10725912" cy="914400"/>
          </a:xfrm>
          <a:prstGeom prst="roundRect">
            <a:avLst>
              <a:gd name="adj" fmla="val 13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24128" y="48463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4846320"/>
            <a:ext cx="8759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 isn't making creation faster. It's making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decisions smarter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4-03-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humans in the decision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GOOD AT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42416" y="25420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market changes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29992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patterns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4564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experiment ideas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39136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experiment briefs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05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TEAMS STILL DECIDE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28816" y="25420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strategy?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28816" y="29992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brand?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28816" y="34564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worth building?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28816" y="39136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this be our next priority?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4800600"/>
            <a:ext cx="9994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makes sure the team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misses an opportunity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product team decides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opportunities are worth pursuing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Stripes - E-commerce Product &amp; CRO Manager - Home Assignment</dc:title>
  <dc:subject>PptxGenJS Presentation</dc:subject>
  <dc:creator>Yoav Gersi</dc:creator>
  <cp:lastModifiedBy>Yoav Gersi</cp:lastModifiedBy>
  <cp:revision>1</cp:revision>
  <dcterms:created xsi:type="dcterms:W3CDTF">2026-08-01T16:35:06Z</dcterms:created>
  <dcterms:modified xsi:type="dcterms:W3CDTF">2026-08-01T16:35:06Z</dcterms:modified>
</cp:coreProperties>
</file>