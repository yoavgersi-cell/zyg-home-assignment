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64008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64008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64008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4008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64008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 ×  ZyG  ·  CRO &amp;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Inside Addition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paid-social launch, landing page &amp; funnel plan — built to turn cold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menopause-market traffic into subscribers, retention and repeat revenue.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21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competitive 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5321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· LP · funnel · KPIs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5321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A/B tests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5321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scale-up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12700">
            <a:solidFill>
              <a:srgbClr val="8A3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&amp; CRO Manager — home assignment  ·  Prepared for ZyG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through-line: one angle, engineered end-to-end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feeds the next — the competitive gap defines the angle, the angle builds the page, the page anchors the funnel, and the funnel defines what we measure and test.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008376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99008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field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5021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vertical &amp; who's actually winning in paid — direct and adjacent.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42816" y="27889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3984" y="3008376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6048" y="299008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wedge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2272" y="35021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creative angle Stripes can own that competitors structurally can't copy.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45552" y="2788920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3008376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58784" y="2990088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65008" y="35021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cold-traffic landing page: layout, real copy, look &amp; feel — CRO-first.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62272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681728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663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funnel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" y="5175504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→ checkout → retention. Every step earns revenue or trust.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42816" y="4462272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43984" y="4681728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56048" y="4663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&amp; test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62272" y="5175504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tree, what 'good' looks like, and the first three A/B tests.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45552" y="4462272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4681728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58784" y="4663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with agents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65008" y="5175504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ZyG agents automate, what stays human, and one tool built concretely.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flagged in coral throughout. Exact SKU price / formula details should be reconciled against the live PDP before launch.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Stripes plays — and who is really winning the paid-acquisition war.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CATEGORY &amp; VERTICAL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premium wellness brand in the fast-waking menopause economy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Menopause &amp; perimenopause wellness — a lifestage vertical inside women's health / DTC beauty &amp; supplements.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Stripes sits: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hormone-free, clinically-backed, celebrity-founded brand spanning “scalp to vag” — skincare, body, vaginal wellness and supplements. Premium, destigmatizing, lifestyle-led.
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Inside Addition’s lane: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ingestible / daily-symptom-support segment — the most competitive, most paid-social-driven corner of the category.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663440" cy="1024128"/>
          </a:xfrm>
          <a:prstGeom prst="roundRect">
            <a:avLst>
              <a:gd name="adj" fmla="val 803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93852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7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~1.1B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823960" y="195681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menopause globally by 2025 — a structurally growing buyer 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0" y="2926080"/>
            <a:ext cx="4663440" cy="1024128"/>
          </a:xfrm>
          <a:prstGeom prst="roundRect">
            <a:avLst>
              <a:gd name="adj" fmla="val 803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0" y="30358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823960" y="305409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women enter menopause every day; avg. 7+ years of symptoms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4023360"/>
            <a:ext cx="4663440" cy="1024128"/>
          </a:xfrm>
          <a:prstGeom prst="roundRect">
            <a:avLst>
              <a:gd name="adj" fmla="val 8036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41330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$600B+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823960" y="41513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menopause-economy opportunity — yet historically under-served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0" y="51572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/ SIZING: figures are directional category context (industry press &amp; analyst estimates), used to frame demand — not Stripes' own numbers.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paid:  a large, always-refreshing audience with high emotional intent and low satisfaction with existing options = cheap attention, but a crowded, claims-sensitive feed.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COMPETITIVE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rings of competition — and the one outspending everyone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Cold-traffic buyers aren't comparing Stripes to a tidy set of rivals. They're being served ads by three different kinds of player at once.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8A3B5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40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menopause DTC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9900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Womaness — broad menopause line, mass retail (Target)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3557016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Kindra — Bayer-backed, supplements + skincare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123944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Bonafide — Relizen / Ristela, hormone-free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" y="469087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Menopause, Pause Well-Aging, Wile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22402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9976" y="224028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2240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/ TELEHEALTH — the HRT lane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9432" y="29900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Health — clinician-led menopause care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3557016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· Evernow · Winona — Rx HRT, fast intake funnels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9432" y="4123944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“treat it medically,” heavy on quiz funnels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9432" y="469087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“hormone-free vs. HRT” decision for buyers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19872" y="224028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CEDE9"/>
          </a:solidFill>
          <a:ln w="12700">
            <a:solidFill>
              <a:srgbClr val="F0705A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9872" y="2240280"/>
            <a:ext cx="3566160" cy="566928"/>
          </a:xfrm>
          <a:prstGeom prst="roundRect">
            <a:avLst>
              <a:gd name="adj" fmla="val 14516"/>
            </a:avLst>
          </a:prstGeom>
          <a:solidFill>
            <a:srgbClr val="F070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240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— paid-social machines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9328" y="29900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Mammoth (Hormone Harmony) — category's #1 spender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39328" y="3557016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Positiv (MENO / URO) — playful, UGC-heavy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4123944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Nutrafol — menopause hair-thinning, huge spend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39328" y="4690872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· Perelel · Arrae — women's supplement playbooks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to beat:  </a:t>
            </a:r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Mammoth / Hormone Harmony has scaled on relentless symptom-led, quasi-clinical UGC and advertorials — but carries a credibility/trust tax. That gap is Stripes' opening.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WHAT'S WINNING IN THE FEED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angles dominate the category — Stripes can own the sixth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RUNNING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buSzPct val="100000"/>
              <a:buChar char="•"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shock-hook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“Waking at 3am drenched?” — visceral, high CTR, race-to-the-bottom.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072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buSzPct val="100000"/>
              <a:buChar char="•"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/ hormone-panic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hormones are sabotaging you.” Works, but claims-risky &amp; anxious.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5701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buSzPct val="100000"/>
              <a:buChar char="•"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clinical authority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“OB-GYN formulated.” Trust-building but generic and ownerless.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30682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buSzPct val="100000"/>
              <a:buChar char="•"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UGC testimonial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Selfie-video “this changed my life.” Cheap, fatigues fast.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05663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500"/>
              </a:lnSpc>
              <a:buSzPct val="100000"/>
              <a:buChar char="•"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Advertorial listicle —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 signs of perimenopause.” Great pre-sell, feels off-brand for premium.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2E1622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LANE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Credible, empowered symptom-relief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is split between fear-based hustle brands and faceless clinical supplements. Nobody credibly owns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real face you trust + real science + zero hormone anxiety.”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4343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Stripes' unfair advantages to fill it: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Watts — a face no competitor can copy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5001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Hormone-free — de-risks the #1 objection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12280" y="5385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Clinically-backed + premium brand equity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Product Launch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Inside Addition — angle, landing page, funnel and how we'll know it's working.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2.1 · CREATIVE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angle: “The daily that meets menopause where it actually hits”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BF3EE"/>
          </a:solidFill>
          <a:ln w="12700">
            <a:solidFill>
              <a:srgbClr val="F0705A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07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line we'd launch:  </a:t>
            </a:r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were told to just push through the 2 a.m. wake-ups, the fog, the mood swings. From Naomi Watts — one hormone-free daily, made to give you your nights, your focus and your calm back.”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ANGLE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395935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Symptom-specific (sleep→mood→focus cascade) stops the scroll where category education can't.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59943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Naomi Watts + hormone-free + clinical — trust the fear-brands can't match.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" y="523951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Empowered, permission-giving tone vs. the shame/panic flooding the feed.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9432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99432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395935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45–60 in peri/menopause, symptomatic and tired of “just deal with it.”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459943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HRT-hesitant or HRT-excluded — actively seeking a non-hormonal option.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99432" y="523951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tried a generic supplement that did nothing; skeptical but hopeful.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39328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395935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Happy Mammoth on credibility, not on spend — a defensible moat.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39328" y="459943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clinical brands on emotional resonance + a face to trust.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39328" y="5239512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Hormone-free neutralizes the category's single biggest purchase objection.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2.2 · LANDING PAGE — THE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dedicated long-form landing page, not the catalog PDP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paid-social traffic has zero brand context and one hesitant question: “will this actually help me, and is it safe?” The standard Shopify PDP answers neither well.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2788920"/>
          </a:xfrm>
          <a:prstGeom prst="roundRect">
            <a:avLst>
              <a:gd name="adj" fmla="val 2951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PDP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06324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ship, on-brand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370332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assumes intent, thin on education &amp; objection-handling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434340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 cold traffic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9976" y="2286000"/>
            <a:ext cx="3566160" cy="2788920"/>
          </a:xfrm>
          <a:prstGeom prst="roundRect">
            <a:avLst>
              <a:gd name="adj" fmla="val 2951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Advertorial → PDP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306324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pre-sell, high CVR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9432" y="370332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2-step, can read “spammy” — off-brand for a celebrity premium name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9432" y="434340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build + tracking complexity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2286000"/>
            <a:ext cx="3566160" cy="2788920"/>
          </a:xfrm>
          <a:prstGeom prst="roundRect">
            <a:avLst>
              <a:gd name="adj" fmla="val 2951"/>
            </a:avLst>
          </a:prstGeom>
          <a:solidFill>
            <a:srgbClr val="FCEDE9"/>
          </a:solidFill>
          <a:ln w="12700">
            <a:solidFill>
              <a:srgbClr val="F0705A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14432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39328" y="24871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long-form LP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306324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narrative, offer &amp; objections in one branded scroll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39328" y="370332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Pre-sells within the page — keeps premium feel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9328" y="434340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•"/>
            </a:pPr>
            <a:r>
              <a:rPr lang="en-US" sz="11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to test &amp; iterate fast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we're accepting: 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bespoke LP costs more to build and maintain than a PDP tweak — justified because it's the single highest-leverage surface for cold CVR, and becomes the reusable template for every future angle test.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2.2 · LANDING PAGE — 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scroll: 10 sections, each earning its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above the fold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98448" y="2139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+ subhead + hero shot + primary CTA + trust bar. Sells the promise &amp; offer in one screen.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798064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697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agitation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98448" y="2980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sound like you?” symptom checklist — mirror the visitor, create resonance.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639312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turn — Naomi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98448" y="3822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credibility pivot &amp; origin story. The moat competitors can't copy.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80560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379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/ the science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Hormone-free mechanism + clinical backing. De-risks the #1 objection.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321808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5221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98448" y="5504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→ benefit map. Converts skeptics; substantiates the claim.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78308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1956816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22008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22008" y="2139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reviews, before/after-in-words, press. Borrowed trust at the decision point.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624328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9944" y="2798064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9944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22008" y="2697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Stripes vs. alternatives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922008" y="2980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vs. HRT &amp; generic supplements. Wins the mental shortlist.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465576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9944" y="3639312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9944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22008" y="35387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922008" y="3822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Subscribe-&amp;-save default, bundle, guarantee. Where AOV &amp; LTV are set.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63640" y="4306824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9944" y="4480560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9944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22008" y="43799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922008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Objection-handling: safety, timing, cancel-anytime. Removes final friction.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63640" y="5148072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9944" y="5321808"/>
            <a:ext cx="384048" cy="384048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51" name="Text 49"/>
          <p:cNvSpPr/>
          <p:nvPr/>
        </p:nvSpPr>
        <p:spPr>
          <a:xfrm>
            <a:off x="6409944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22008" y="5221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CTA + risk reversal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922008" y="5504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promise + money-back guarantee. Convert the ready; reassure the rest.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Add-to-Cart bar follows the scroll on mobile — the CTA is never more than a thumb away.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2.2 · FULL COPY — TOP OF 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copy: hero → problem → founder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E1622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HERO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" y="21031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Menopause kept you up.</a:t>
            </a:r>
            <a:endParaRPr lang="en-US" sz="20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how you take the night back.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29992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hormone-free daily from Naomi Watts — clinically-backed support for sleep, mood and mental clarity. Feel the difference or your money 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" y="34747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34747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MY DAILY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Trusted by thousands  ·  Hormone-free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PROBLEM AGITATION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83096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this sound like your last six months?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542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✓"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awake at 2 a.m. — then wrecked all 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843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✓"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vanishing mid-sentence (“is it just me?”)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145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✓"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that swings before you can catch 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447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✓"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to “just push through” — by everyone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7442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F0705A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FOUNDER TURN — NAOMI WATTS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44074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went into menopause early, and blindsided. I built Stripes so no woman feels as unprepared as I did.”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96112" y="5074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Inside Addition is the daily I wanted and couldn't find — hormone-free, backed by real science, and made to work on the symptoms that actually derail your day. No panic, no pretending. Just support you can feel.”  </a:t>
            </a:r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Naomi Watts, Founder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2.2 · FULL COPY — PROOF &amp; OFFER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copy: science → proof → offer → final CTA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⑤  THE SCIENCE + WHAT'S INSIDE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Hormone-free — because relief shouldn't mean a trade-off.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Clinically-studied botanicals and micronutrients chosen for the peri/menopause symptom cascade — no estrogen, no progestin, no guesswork. One daily dose.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→ benefit:  sleep · mood · clarity · daily calm.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exact ingredient names / doses to be locked from the live PDP + reviewed for ad-claim compliance.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83096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SOCIAL PROOF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83096" y="2121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i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★★★★★   “I slept through the night for the first time in a year.”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3096" y="2651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weeks in and the fog lifted. I feel like me again.”  ·  “Finally something hormone-free that actually did something.”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83096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4.8★ avg  ·  </a:t>
            </a:r>
            <a:pPr indent="0" marL="0">
              <a:buNone/>
            </a:pPr>
            <a:r>
              <a:rPr lang="en-US" sz="11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seen in press  ·  Thousands of women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744200" cy="1097280"/>
          </a:xfrm>
          <a:prstGeom prst="roundRect">
            <a:avLst>
              <a:gd name="adj" fmla="val 7500"/>
            </a:avLst>
          </a:prstGeom>
          <a:solidFill>
            <a:srgbClr val="2E1622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 THE OFFER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224528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&amp; Save 20% —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 ships today, then a fresh supply monthly. </a:t>
            </a:r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· Cancel anytime · 60-day feel-it-or-refund guarantee.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98280" y="42062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SAVE 20%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389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FAQ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safe with my meds?” · “When will I feel it?” · “Can I cancel?” — answered plainly.   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FINAL CTA 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your body the daily it's been asking for. Try it risk-free for 60 days.”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mechanics (20% sub-save, 60-day guarantee) are recommended — align to actual margin &amp; policy before launch.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2.2 · VISUAL GUIDELINES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&amp; feel: warm, credible, unmistakably Stripes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8A3B5A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00200" y="2011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0705A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(CTA)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0A458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gold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2011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0116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E1622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9536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941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women 45–60 — natural light, unretouched skin, genuine ease.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" y="44348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Aspirational-but-real: rested mornings, not clinical or clinical-cold.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9286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shown in real life (bedside, bag) — not floating on white.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" y="54223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presence used sparingly for the credibility beat.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9976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9432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VOICE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99432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3941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direct, in-on-it. Talks with her, never down to her.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9432" y="44348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never fear-mongering. Permission, not panic.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49286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Plain-spoken about symptoms — destigmatizing, a little witty.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9432" y="54223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careful and substantiated — premium &amp; credible.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19872" y="33375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39328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FEEL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339328" y="3849624"/>
            <a:ext cx="3127248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94106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whitespace; large serif heads + clean sans body.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44348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— 80%+ of paid-social traffic; thumb-reachable CTAs.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9328" y="492861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coral CTA color, used only for actions. Fast-loading.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9328" y="54223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buSzPct val="100000"/>
              <a:buChar char="•"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creams over sterile white; soft rounded cards.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2.3 · FUNNEL WIREFRAME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ad to advocate — every step earns revenue or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CEDE9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9397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Paid-social 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Angle-led hook stops scroll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331927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ATTENTION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187452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CEDE9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075688"/>
            <a:ext cx="457200" cy="457200"/>
          </a:xfrm>
          <a:prstGeom prst="ellipse">
            <a:avLst/>
          </a:prstGeom>
          <a:solidFill>
            <a:srgbClr val="F070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78808" y="209397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21024" y="26060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Educate, prove, present offer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1024" y="331927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COLD → BUYER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187452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CEDE9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075688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0296" y="209397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+ checkout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6060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Frictionless, trust badges, express pay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331927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ABANDONMENT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24544" y="187452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25712" y="2075688"/>
            <a:ext cx="457200" cy="457200"/>
          </a:xfrm>
          <a:prstGeom prst="ellipse">
            <a:avLst/>
          </a:prstGeom>
          <a:solidFill>
            <a:srgbClr val="8F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9125712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01784" y="209397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upsell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260604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topical / 2nd bottle post-purchase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331927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AOV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06908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4270248"/>
            <a:ext cx="457200" cy="457200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428853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Thank-you page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" y="480060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+ invite to community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" y="551383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EARLY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01568" y="406908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02736" y="4270248"/>
            <a:ext cx="457200" cy="457200"/>
          </a:xfrm>
          <a:prstGeom prst="ellipse">
            <a:avLst/>
          </a:prstGeom>
          <a:solidFill>
            <a:srgbClr val="F0705A"/>
          </a:solidFill>
          <a:ln/>
        </p:spPr>
      </p:sp>
      <p:sp>
        <p:nvSpPr>
          <p:cNvPr id="36" name="Text 34"/>
          <p:cNvSpPr/>
          <p:nvPr/>
        </p:nvSpPr>
        <p:spPr>
          <a:xfrm>
            <a:off x="3602736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78808" y="428853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flow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21024" y="480060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Email/SMS: how-to-use, what to expect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21024" y="551383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EARLY CHURN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63056" y="406908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64224" y="4270248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0296" y="428853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Replenish &amp; retain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382512" y="480060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nudges, day-30 check-in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82512" y="551383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LTV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24544" y="4069080"/>
            <a:ext cx="2587752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25712" y="4270248"/>
            <a:ext cx="457200" cy="457200"/>
          </a:xfrm>
          <a:prstGeom prst="ellipse">
            <a:avLst/>
          </a:prstGeom>
          <a:solidFill>
            <a:srgbClr val="8FA98A"/>
          </a:solidFill>
          <a:ln/>
        </p:spPr>
      </p:sp>
      <p:sp>
        <p:nvSpPr>
          <p:cNvPr id="48" name="Text 46"/>
          <p:cNvSpPr/>
          <p:nvPr/>
        </p:nvSpPr>
        <p:spPr>
          <a:xfrm>
            <a:off x="9125712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701784" y="4288536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Advocate &amp; cross-sell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144000" y="480060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Reviews/UGC ask → “scalp to vag” range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0" y="551383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REVENUE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182112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43600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05088" y="26060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(steps 4–8) is where the model actually makes money: the first order buys the customer; subscription, retention and cross-sell across the “scalp to vag” range pay it back.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2.4 · MEASURING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north star, a connected KPI tree, clear targets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00400" cy="4160520"/>
          </a:xfrm>
          <a:prstGeom prst="roundRect">
            <a:avLst>
              <a:gd name="adj" fmla="val 2571"/>
            </a:avLst>
          </a:prstGeom>
          <a:solidFill>
            <a:srgbClr val="2E1622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: CAC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77824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Profitable, repeatable acquisition — the only metric that says “scale it.”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3858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3:1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7824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CAC payback &lt; 3 months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9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new-customer contribution margin ≥ 0 after the upsell.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691640"/>
            <a:ext cx="2395728" cy="4160520"/>
          </a:xfrm>
          <a:prstGeom prst="roundRect">
            <a:avLst>
              <a:gd name="adj" fmla="val 3435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1691640"/>
            <a:ext cx="2395728" cy="457200"/>
          </a:xfrm>
          <a:prstGeom prst="roundRect">
            <a:avLst>
              <a:gd name="adj" fmla="val 18000"/>
            </a:avLst>
          </a:prstGeom>
          <a:solidFill>
            <a:srgbClr val="8A3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16916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25112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CTR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25112" y="2642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1.5%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5112" y="3008376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5112" y="3191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/ CPM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25112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vs. category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849624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LP visit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25112" y="4325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down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02552" y="1691640"/>
            <a:ext cx="2395728" cy="4160520"/>
          </a:xfrm>
          <a:prstGeom prst="roundRect">
            <a:avLst>
              <a:gd name="adj" fmla="val 3435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02552" y="1691640"/>
            <a:ext cx="2395728" cy="457200"/>
          </a:xfrm>
          <a:prstGeom prst="roundRect">
            <a:avLst>
              <a:gd name="adj" fmla="val 18000"/>
            </a:avLst>
          </a:prstGeom>
          <a:solidFill>
            <a:srgbClr val="F0705A"/>
          </a:solidFill>
          <a:ln/>
        </p:spPr>
      </p:sp>
      <p:sp>
        <p:nvSpPr>
          <p:cNvPr id="25" name="Text 23"/>
          <p:cNvSpPr/>
          <p:nvPr/>
        </p:nvSpPr>
        <p:spPr>
          <a:xfrm>
            <a:off x="6867144" y="16916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67144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CVR (cold)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67144" y="2642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67144" y="3008376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3191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67144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via upsell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67144" y="3849624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7144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take-rate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67144" y="4325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67144" y="4690872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487375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take-rate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867144" y="51663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244584" y="1691640"/>
            <a:ext cx="2395728" cy="4160520"/>
          </a:xfrm>
          <a:prstGeom prst="roundRect">
            <a:avLst>
              <a:gd name="adj" fmla="val 3435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244584" y="1691640"/>
            <a:ext cx="2395728" cy="457200"/>
          </a:xfrm>
          <a:prstGeom prst="roundRect">
            <a:avLst>
              <a:gd name="adj" fmla="val 18000"/>
            </a:avLst>
          </a:prstGeom>
          <a:solidFill>
            <a:srgbClr val="E0A458"/>
          </a:solidFill>
          <a:ln/>
        </p:spPr>
      </p:sp>
      <p:sp>
        <p:nvSpPr>
          <p:cNvPr id="39" name="Text 37"/>
          <p:cNvSpPr/>
          <p:nvPr/>
        </p:nvSpPr>
        <p:spPr>
          <a:xfrm>
            <a:off x="9409176" y="16916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/ LTV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09176" y="23500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retention m3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409176" y="2642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409176" y="3008376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9176" y="3191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60/90-day repeat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409176" y="348386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MoM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409176" y="3849624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09176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409176" y="4325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409176" y="4690872"/>
            <a:ext cx="2066544" cy="0"/>
          </a:xfrm>
          <a:prstGeom prst="line">
            <a:avLst/>
          </a:prstGeom>
          <a:noFill/>
          <a:ln w="12700">
            <a:solidFill>
              <a:srgbClr val="E7DB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9176" y="487375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LTV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409176" y="51663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CAC × 1.5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0080" y="6035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 CTR feeds LP visits → LP CVR × AOV sets first-order revenue → subscribe &amp; upsell rates set day-1 LTV → retention compounds it → LTV vs. CAC decides whether we pour fuel on the fire.  Targets are launch hypotheses to beat, not guarantees.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Optimization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three A/B tests on the live Stripes site — highest leverage first.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FIRST TESTS TO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tests, ranked by leverage over the KPI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56816"/>
            <a:ext cx="457200" cy="457200"/>
          </a:xfrm>
          <a:prstGeom prst="ellipse">
            <a:avLst/>
          </a:prstGeom>
          <a:solidFill>
            <a:srgbClr val="8A3B5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48716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hero: symptom-led value prop + proof above the fold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4290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648456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PDP opens on product, not problem. Leading with a symptom-led promise + star rating + hormone-free badge above the fold will lift add-to-cart from cold traffic.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430682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452628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H1 to the symptom→relief promise; surface reviews &amp; guarantee above the fold; single clear CTA.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518464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WHY FIRST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" y="540410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funnel, highest-traffic surface. Biggest CVR lever and it validates the launch angle on owned traffic before we spend big.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9976" y="173736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9432" y="1956816"/>
            <a:ext cx="457200" cy="457200"/>
          </a:xfrm>
          <a:prstGeom prst="ellipse">
            <a:avLst/>
          </a:prstGeom>
          <a:solidFill>
            <a:srgbClr val="F0705A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248716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Subscription-first offer presentation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34290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99432" y="3648456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Defaulting to Subscribe-&amp;-Save (vs. one-time) with a clear savings + cancel-anytime message will raise subscription take-rate without hurting overall CVR.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99432" y="430682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99432" y="452628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Pre-select subscribe option, restate the 20% + free shipping + cancel-anytime, add a subscription value reminder.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99432" y="518464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WHY FIRST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99432" y="540410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step. Directly moves subscribe take-rate, AOV and LTV — the retention half of the north star. Cheap to ship.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73736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BF3EE"/>
          </a:solidFill>
          <a:ln/>
          <a:effectLst>
            <a:outerShdw sx="100000" sy="100000" kx="0" ky="0" algn="bl" rotWithShape="0" blurRad="88900" dist="38100" dir="5400000">
              <a:srgbClr val="8A6B5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9328" y="1956816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248716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Post-purchase one-click upsell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39328" y="34290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39328" y="3648456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one-click upsell (topical or 2nd bottle) on the thank-you step will lift AOV with zero added CAC and no checkout friction.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39328" y="430682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39328" y="452628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post-purchase upsell offer between checkout and confirmation with a one-tap accept.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39328" y="518464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WHY FIRST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39328" y="540410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Post-purchase. Pure-margin AOV with no CVR risk to the core funnel — the safest revenue we can add while tests 1–2 run.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Approach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ZyG agents can own, what stays human — and one tool, built concretely.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512064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10" name="Text 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AUTOMATE VS. 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2E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draft and monitor at scale; humans own taste, trust &amp; claims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ACTUALLY DOES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31920" y="2112264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8FA98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211226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0" y="2011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scrape ad libraries, mine angles, cluster creative, track spend signals.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87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angle generation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688336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68833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HUMAN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2160" y="258775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angles from data; human picks the on-brand, defensible wedge.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63824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63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build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3264408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E0A458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26440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HUMAN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31638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assembles copy + layout variants from a template; human edits voice &amp; founder story.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39896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39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&amp; offer logic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31920" y="3840480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E0A458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384048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HUMAN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37398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wires steps &amp; flags leaks; human sets offer economics &amp; brand experience.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315968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&amp; readout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931920" y="4416552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8FA98A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441655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0" y="43159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variants, allocate traffic, call significance, pause losers, report.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892040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892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ad-claim compliance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931920" y="4992624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F0705A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499262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4892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health claim reviewed by a human/regulatory gate. Non-negotiable.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468112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FBF3EE"/>
          </a:solidFill>
          <a:ln w="12700">
            <a:solidFill>
              <a:srgbClr val="E7DB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4681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&amp; founder authenticity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931920" y="5568696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F0705A"/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0" y="556869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52160" y="54681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Naomi's voice and the brand's soul can't be delegated to a model.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E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agents compress the 80% that's pattern-work (research, drafting, monitoring, math). Humans keep the 20% that carries brand and legal risk.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ONE I'D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Angle-to-Test Loop: a creative-intelligence &amp; LP testing agent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highest-leverage thing to automate is the loop from “what's working in the market” → “new landing-page variant live and being tested.” It's data-rich, repetitive, and today takes a team days. Here's the concrete build.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3A1E2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9536" y="2834640"/>
            <a:ext cx="3127248" cy="0"/>
          </a:xfrm>
          <a:prstGeom prst="line">
            <a:avLst/>
          </a:prstGeom>
          <a:noFill/>
          <a:ln w="12700">
            <a:solidFill>
              <a:srgbClr val="8A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94436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Meta/TikTok ad libraries for the category — new creative, angles, longevity (proxy for spend).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372160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ad + LP analytics: CTR, CVR, AOV, scroll &amp; drop-off, subscribe rate.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4988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Voice-of-customer: new reviews, support tickets, on-site search &amp; survey answers.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9976" y="22860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3A1E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9432" y="2834640"/>
            <a:ext cx="3127248" cy="0"/>
          </a:xfrm>
          <a:prstGeom prst="line">
            <a:avLst/>
          </a:prstGeom>
          <a:noFill/>
          <a:ln w="12700">
            <a:solidFill>
              <a:srgbClr val="8A3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94436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running angles are fatiguing (CTR/CVR decay) and should be refreshed.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9432" y="372160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fresh angle or LP section is worth testing next, ranked by expected lift.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99432" y="44988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live test has hit significance — call the winner or kill the loser.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19872" y="22860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3A1E2D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39328" y="2834640"/>
            <a:ext cx="3127248" cy="0"/>
          </a:xfrm>
          <a:prstGeom prst="line">
            <a:avLst/>
          </a:prstGeom>
          <a:noFill/>
          <a:ln w="12700">
            <a:solidFill>
              <a:srgbClr val="8A3B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94436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new LP variant from the modular template (hero, proof, offer blocks).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9328" y="372160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every health claim to a human/regulatory approval gate before publish.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39328" y="44988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50"/>
              </a:lnSpc>
              <a:buSzPct val="100000"/>
              <a:buChar char="•"/>
            </a:pPr>
            <a:r>
              <a:rPr lang="en-US" sz="1150" dirty="0">
                <a:solidFill>
                  <a:srgbClr val="F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A/B test, reallocates budget to winners, and posts a plain-language readout.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does it:  </a:t>
            </a:r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(ad-library + analytics + reviews) → LLM clusters angles &amp; drafts copy against a modular LP template → guardrails (brand voice checks + hard human gate on claims) → experimentation API launches &amp; reads the test → human approves anything customer-facing. The human moves from doing the work to editing and approving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STRIPES × ZyG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F07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10972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8A3B5A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0972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8FA98A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109728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FBF3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through-line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E7D6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defensible angle — credible, empowered symptom relief only Stripes can claim — engineered into a cold-traffic landing page, a full-funnel retention model, a connected KPI tree, and the first tests to prove it. Then handed to agents to run at scale, with humans holding brand and claims.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price, formula &amp; offer mechanics to be locked from the live PDP + margin model.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0840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Market-sizing figures are directional category context, not Stripes' own data.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413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health claims pass a human/regulatory review before any ad or page goes live.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Stripes × ZyG  ·  Prepared for the E-commerce Product &amp; CRO Manager assignment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ZyG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Stripes — The Inside Addition: Paid Launch &amp; CRO Plan</dc:title>
  <dc:subject>PptxGenJS Presentation</dc:subject>
  <dc:creator>CRO &amp; Product</dc:creator>
  <cp:lastModifiedBy>CRO &amp; Product</cp:lastModifiedBy>
  <cp:revision>1</cp:revision>
  <dcterms:created xsi:type="dcterms:W3CDTF">2026-07-29T07:53:37Z</dcterms:created>
  <dcterms:modified xsi:type="dcterms:W3CDTF">2026-07-29T07:53:37Z</dcterms:modified>
</cp:coreProperties>
</file>